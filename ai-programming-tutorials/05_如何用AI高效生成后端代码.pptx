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分享如何利用AI高效生成后端代码，重点探讨如何从简单的“能用”提升到工程级的“好用”。这个过程不仅仅是技术的应用，更是一套完整的实战方法论。希望通过今天的分享，能帮助大家更好地与AI协作，提升开发效率和代码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理解给AI写文档的核心原则，那就是：明确、无歧义、可执行。很多人会陷入三个误区：以为写得越长越好，说得越大概越好，或者只给一个接口地址。这些都会导致AI生成的代码偏离预期。正确的做法是，文档必须包含四个核心要素：数据库定义、API定义、业务规则和技术规范。这四个要素共同构成了AI生成代码的完整蓝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AI生成的代码更精准，我们可以遵循一个包含六大模块的文档模板。这六个模块分别是：系统概述、数据库设计、业务规则、API设计、技术栈和边界情况。其中，数据库设计和业务规则是重中之重，需要我们投入最多的精力去明确。只要我们按照这个模板来填写，就能有效引导AI，避免它跑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整个后端系统的地基。我们来看一个用户表的例子。在设计文档中，我们必须清晰地定义每个字段的类型、约束和说明。特别是两个关键点：第一，唯一索引必须明确标注，比如用户名和手机号；第二，外键关系必须说明清楚。只有地基稳固，AI生成的上层建筑才不会出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业务规则是AI最容易猜错的地方。比如，如果你只写“用户名不能重复”，AI可能会有各种不同的实现方式。但如果你把规则写得非常精确，比如指定用户名的长度、字符范围、唯一性校验方式，AI就能准确执行。我们的原则是，让AI不需要“猜”，我们说什么，它就做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I设计是定义前后端交互的契约。AI并不知道你期望的接口格式，所以必须明确告诉它。以登录接口为例，我们需要清晰地写出请求方法、接口地址、请求体结构，以及成功和失败的响应格式。这三个关键点写清楚了，AI生成的接口才能直接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指定技术栈时，版本号至关重要。如果你只说用Spring Boot，AI可能会用一个过时的版本来生成代码，导致兼容性问题。正确的做法是，像这样用表格清晰地列出每一项技术及其精确的版本号，比如Java 21、Spring Boot 3.x、MySQL 8.0等。这样可以确保AI生成的代码符合你的技术规范。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AI很强大，但它生成的代码并非完美，存在一些常见的隐患。这张表格列出了七大隐患，包括安全漏洞、数据不一致、性能问题等。其中，SQL注入、无事务操作、循环查库和并发问题是致命的，我们必须重点盯防。只要解决了这四个问题，就能避免绝大多数的生产事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将这些原则和技巧落地呢？这就是我们的核心方法论——人机协作工作流。整个流程分为五步：首先，由人来编写详细的文档；然后，让AI分模块生成代码；接下来，也是最关键的一步，由人进行重点审查，特别是针对刚才提到的四大致命隐患；之后，进行充分的测试；最后才是上线和监控。记住，AI负责生成，人负责把关，代码审查远比代码生成更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总结了三条可以直接复制到你的文档里的铁律。第一，安全第一，防止SQL注入和密码泄露。第二，保证数据一致性，使用事务和乐观锁。第三，关注性能和可维护性，避免循环查库等问题。遵循这三条铁律，可以极大地提升AI生成代码的质量。我的分享到此结束，感谢大家的聆听，现在是问答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41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如何用AI高效生成后端代码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735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从“能用”到“好用”的实战方法论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52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ap="flat" cmpd="sng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核心原则：给AI写文档的艺术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778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核心心法：明确目标 · 消除歧义 · 指令可执行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03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常见误区：避开无效指令陷阱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115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276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2004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误区一：堆砌式长文档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误以为字数越多越详尽，实则导致AI信息过载，无法聚焦核心意图，反而降低生成质量。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656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3307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42545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误区二：模糊化描述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使用“大概”、“差不多”等模糊词汇，会让AI自由发挥，极易产生偏离业务预期的“幻觉”内容。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197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3848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53086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误区三：仅提供接口地址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缺少业务上下文、数据流向与逻辑规则，AI无法理解接口背后的业务价值与边界。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603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黄金法则：文档必备四要素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111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5400" y="32766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05600" y="32639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数据定义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75400" y="36576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明确表结构、字段含义、数据类型及关联关系，回答“存什么、怎么存”的基础问题。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3111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05900" y="32766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436100" y="32639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接口规范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05900" y="36576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定义接口地址、请求参数、响应格式及状态码，确立系统间交互的通信语言。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82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5400" y="49911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05600" y="49784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业务逻辑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75400" y="53721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清晰界定功能边界、权限控制与异常处理流程，明确“能做什么、不能做什么”。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953500" y="482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05900" y="49911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436100" y="49784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技术约束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05900" y="5372100"/>
            <a:ext cx="234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指定开发语言、框架版本、第三方依赖及代码风格，确保实现方案的技术可行性。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文档6大模块：让AI不跑偏的模板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模板照着填，AI就不会跑偏，精准定义需求是生成高质量代码的前提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387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413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464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界定系统定位与核心价值，回答“这是什么系统”。建议用1-2句话简明扼要地概括，让AI快速建立认知。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8481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873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核心重点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4069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系统的“骨架”，定义数据如何存储。需明确表结构、字段类型、索引及关联关系，是AI构建数据层的基础。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143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5308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5334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业务规则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避坑关键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8674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AI最易臆测的部分，必须“写死”。需列出详细的业务约束、校验条件和逻辑判定标准，避免生成不符合预期的逻辑。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22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13500" y="2387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413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API设计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29464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定义系统交互的接口规范。需包含接口地址、HTTP方法、入参出参结构、数据类型及详细的错误码说明。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368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38481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3873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技术栈选型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4069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指定开发的技术底座。明确编程语言、框架名称及精确的版本号（如Python 3.11 + FastAPI 0.100），确保环境一致性。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5143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53086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12000" y="5334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边界与异常场景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58674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覆盖系统的“阴暗面”。列举空值输入、网络超时、并发冲突等极端情况，并明确对应的处理策略，提升系统健壮性。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数据库设计怎么写：代码的“地基”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52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“数据库是AI生成代码的‘地基’，地基歪了，上层代码逻辑全歪了。”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603500"/>
          <a:ext cx="10668000" cy="1727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286000"/>
                <a:gridCol w="2540000"/>
                <a:gridCol w="3810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字段名称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关键约束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bigint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PRIMARY KEY (自增)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用户唯一标识，表的核心主键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username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varchar(30)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EA580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UNIQUE (唯一索引)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用户登录账号，系统内不可重复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phone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varchar(20)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EA580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UNIQUE (唯一索引)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注册手机号，支持登录且唯一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143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5143500"/>
            <a:ext cx="438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唯一索引：防重与约束的基石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588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对用户名、手机号等核心业务字段必须显式添加 UNIQUE 约束，这是防止脏数据、保障业务规则的第一道防线，也是AI生成正确逻辑的前提。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5143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5143500"/>
            <a:ext cx="438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外键关系：表间关联的安全网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5588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清晰定义订单表与用户表、评论表与商品表等关联关系，确保数据的引用完整性，避免出现孤立记录，是维持数据库一致性的关键保障。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业务规则怎么写：AI最易猜错的地方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03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核心原则：让AI不需要“猜”，你说什么它做什么，拒绝任何模糊与歧义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79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97000" y="3022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 模糊写法（易失控）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36830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示例：“用户名不能重复”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问题：AI无法界定“重复”的判定边界——是区分大小写？是否全站唯一？字符长度和类型是否受限？这种模糊指令会导致AI自由发挥，最终实现结果与预期严重偏离。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279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04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781800" y="29718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精确写法（可落地）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477000" y="3683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用户名：长度4-20位，仅限字母、数字、下划线；全局唯一且不区分大小写。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密码：长度8-20位，必须包含大小写字母和数字；存储前强制使用BCrypt算法进行单向哈希。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权限：普通用户无权删除管理员账号；执行删除用户操作前，必须校验该用户无未完结订单。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API设计怎么写：定义交互的契约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无法凭空猜测格式，清晰的定义是前后端高效协作的基石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476500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接口请求 (Request)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方法与路径：POST /api/auth/login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入参结构：{ "username": "string", "password": "string" 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说明：传递用户身份凭证，采用JSON格式，明确字段类型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68748">
            <a:off x="5397500" y="3232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2476500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响应规范 (Response)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 (200)：{ "code": 0, "data": { "token": "JWT..." } 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 (401)：{ "code": 401, "msg": "账号密码错误" 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 (403)：{ "code": 403, "msg": "账号已冻结" }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699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路径与方法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 HTTP 方法（GET/POST 等）与唯一接口地址，确保路由无歧义，是接口调用的基础入口。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06900" y="444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4699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054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入参结构定义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520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明确字段名称、数据类型及是否必填，消除参数歧义，大幅减少因格式不符导致的调试时间。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444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4699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503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响应格式约定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05800" y="520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统一成功/失败的状态码、错误码及返回体结构，让前端能标准化处理结果，提升开发效率。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技术栈怎么写：避免版本混乱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cap="flat" cmpd="sng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为什么版本号如此重要？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不写版本号，AI可能默认使用旧版本（如Spring Boot 2）生成代码，导致语法不兼容、依赖冲突或无法使用新特性。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794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EE2E2">
              <a:alpha val="7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9464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33500" y="2946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 无效写法：过于模糊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952500" y="3365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F1D1D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“我需要一个后端项目，用Spring Boot和MySQL数据库就行，其他随便。”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23000" y="2794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DCFCE7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29464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794500" y="2946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有效写法：精确到版本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413500" y="3365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4532D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“开发一个基于 Java 21 和 Spring Boot 3.2 的 RESTful API，使用 MySQL 8.0 作为数据库，Redis 7.x 做缓存。”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254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📋 后端开发常用技术栈版本清单示例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762000" y="4699000"/>
          <a:ext cx="10668000" cy="15113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556000"/>
                <a:gridCol w="5080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核心技术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推荐版本 / 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8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基础语言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Java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JDK 21 (LTS长期支持版，提供更好的性能与安全性)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70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Web框架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Spring Boot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3.2.x (支持 Jakarta EE 规范，适配现代生态)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70000"/>
                      </a:srgbClr>
                    </a:solidFill>
                  </a:tcPr>
                </a:tc>
              </a:tr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关系型数据库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MySQL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7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8.0+ (支持窗口函数、通用表表达式CTE，性能更优)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AI生成代码的7大隐患：重点盯防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6858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6764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关键策略：重点盯防隐患 1、2、3、6 这 4 项，可有效规避 80% 的生产环境事故！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24130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SQL注入与密码明文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后果：核心数据泄露，引发严重安全事故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679700"/>
            <a:ext cx="1143000" cy="3302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26797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🔴 致命级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3782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3782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3782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97000" y="33782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多表操作缺失事务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后果：数据状态不一致，业务逻辑出现断层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3644900"/>
            <a:ext cx="1143000" cy="3302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99000" y="36449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🔴 致命级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3434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3434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3434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397000" y="43434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循环查库 (N+1查询)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后果：数据库连接池耗尽，系统响应崩溃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4610100"/>
            <a:ext cx="1143000" cy="3302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699000" y="46101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🟠 严重级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3086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3086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53086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397000" y="53086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异常处理机制缺失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后果：故障定位困难，线上调试成本极高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99000" y="5575300"/>
            <a:ext cx="1143000" cy="330200"/>
          </a:xfrm>
          <a:prstGeom prst="roundRect">
            <a:avLst>
              <a:gd name="adj" fmla="val 0"/>
            </a:avLst>
          </a:prstGeom>
          <a:solidFill>
            <a:srgbClr val="EAB30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699000" y="55753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🟡 中等级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23000" y="24130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23000" y="24130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223000" y="24130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858000" y="24130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入参校验与过滤不足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后果：非法脏数据入库，破坏数据完整性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160000" y="2679700"/>
            <a:ext cx="1143000" cy="330200"/>
          </a:xfrm>
          <a:prstGeom prst="roundRect">
            <a:avLst>
              <a:gd name="adj" fmla="val 0"/>
            </a:avLst>
          </a:prstGeom>
          <a:solidFill>
            <a:srgbClr val="EAB30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10160000" y="26797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A8A0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🟡 中等级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223000" y="37846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223000" y="37846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223000" y="37846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858000" y="37846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高并发超卖/重复提交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后果：库存负数、资金损失，引发资损事故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160000" y="4051300"/>
            <a:ext cx="1143000" cy="3302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10160000" y="40513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🔴 致命级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223000" y="5156200"/>
            <a:ext cx="5207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6223000" y="5156200"/>
            <a:ext cx="5080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6223000" y="5156200"/>
            <a:ext cx="508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858000" y="5156200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代码冗余且可维护性差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后果：后期迭代成本极高，系统重构风险大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10160000" y="5422900"/>
            <a:ext cx="1143000" cy="3302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10160000" y="54229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🟠 严重级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人机协作工作流：核心方法论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需求与文档（人主导）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填写六大核心模块：项目概述、数据库设计、业务规则定义、API接口规范、技术栈选型及系统边界，为AI提供精准输入。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1778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分块代码生成（协同）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2000" y="2413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拒绝一次性投喂全部需求，按模块、按功能点拆分指令。让AI分步生成，降低逻辑冲突与代码冗余的风险。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01000" y="1778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91500" y="1968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人工重点审查（核心）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91500" y="2413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这是不可逾越的红线！严查SQL防注入、多表事务一致性、库存乐观锁机制及循环内的低效查库操作。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746500"/>
            <a:ext cx="5232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测试验证：从单元到压测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381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编写单元测试覆盖核心业务逻辑；针对高并发、高吞吐场景进行专项压力测试，验证系统的稳定性、数据一致性及极限承载能力。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97600" y="3746500"/>
            <a:ext cx="5232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881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灰度上线与持续监控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88100" y="4381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采用灰度发布策略平稳上线，配合全链路监控系统实时追踪关键指标，快速响应异常，形成“部署-观测-优化”的闭环。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397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588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5626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是提效的“加速器”，负责快速生成；而人是质量的“守门员”，负责严格把关。在人机协作中，</a:t>
            </a: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代码审查的质量远比代码生成的速度更重要。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270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给AI的三条铁律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3251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895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89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安全防线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429000"/>
            <a:ext cx="2743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杜绝SQL注入风险，敏感密码强制使用BCrypt强加密，接口层严格执行权限校验，从源头筑牢系统安全底座。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70400" y="2667000"/>
            <a:ext cx="3251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400" y="2895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32400" y="289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数据可信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24400" y="3429000"/>
            <a:ext cx="2743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多表联动操作必须显式声明事务保障，库存等高并发场景采用乐观锁机制，确保核心数据状态的绝对准确。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924800" y="2667000"/>
            <a:ext cx="32512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8800" y="2895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86800" y="289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工程规范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78800" y="3429000"/>
            <a:ext cx="2743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严禁循环查库损耗性能，业务状态统一用枚举管理，关键业务链路全量打印日志，大幅提升系统可维护性。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20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2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3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4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5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6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7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8.xml><?xml version="1.0" encoding="utf-8"?>
<p:tagLst xmlns:p="http://schemas.openxmlformats.org/presentationml/2006/main">
  <p:tag name="KSO_WM_DIAGRAM_VIRTUALLY_FRAME" val="{&quot;height&quot;:260,&quot;left&quot;:60,&quot;top&quot;:220,&quot;width&quot;:840}"/>
</p:tagLst>
</file>

<file path=ppt/tags/tag9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0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1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2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3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4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5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ags/tag16.xml><?xml version="1.0" encoding="utf-8"?>
<p:tagLst xmlns:p="http://schemas.openxmlformats.org/presentationml/2006/main">
  <p:tag name="KSO_WM_DIAGRAM_VIRTUALLY_FRAME" val="{&quot;height&quot;:95,&quot;left&quot;:60,&quot;top&quot;:2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3244</Words>
  <Application>WPS 演示</Application>
  <PresentationFormat/>
  <Paragraphs>277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清脆点酱</cp:lastModifiedBy>
  <cp:revision>2</cp:revision>
  <dcterms:created xsi:type="dcterms:W3CDTF">2026-07-21T11:55:00Z</dcterms:created>
  <dcterms:modified xsi:type="dcterms:W3CDTF">2026-07-22T12:12:53Z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{"Label":"1","ContentProducer":"001191110102MACQD9K64010000","ProduceID":"7664936496743795898","ReservedCode1":"","ContentPropagator":"","PropagateID":"","ReservedCode2":""}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5D790C30A8BE430DBBC74232A44F63AC_12</vt:lpwstr>
  </property>
</Properties>
</file>